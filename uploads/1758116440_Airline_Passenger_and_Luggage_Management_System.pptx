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5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2BD030-19F8-430B-90BC-B0D332596DEA}">
          <p14:sldIdLst>
            <p14:sldId id="256"/>
            <p14:sldId id="257"/>
            <p14:sldId id="258"/>
            <p14:sldId id="261"/>
            <p14:sldId id="264"/>
            <p14:sldId id="265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-1622737"/>
            <a:ext cx="11190110" cy="3825026"/>
          </a:xfrm>
        </p:spPr>
        <p:txBody>
          <a:bodyPr/>
          <a:lstStyle/>
          <a:p>
            <a:r>
              <a:rPr lang="en-IN" b="1" dirty="0"/>
              <a:t>Airline Passenger and Luggage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549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847" y="-821028"/>
            <a:ext cx="10058400" cy="2743200"/>
          </a:xfrm>
        </p:spPr>
        <p:txBody>
          <a:bodyPr/>
          <a:lstStyle/>
          <a:p>
            <a:r>
              <a:rPr lang="en-IN" b="1" u="sng" dirty="0" smtClean="0"/>
              <a:t>Scenario::</a:t>
            </a:r>
            <a:endParaRPr lang="en-IN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032" y="954468"/>
            <a:ext cx="12088968" cy="559587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Design and implement a Airline Passenger and Luggage Management System application with the following features</a:t>
            </a:r>
            <a:r>
              <a:rPr lang="en-US" b="1" dirty="0" smtClean="0"/>
              <a:t>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Create </a:t>
            </a:r>
            <a:r>
              <a:rPr lang="en-US" dirty="0">
                <a:solidFill>
                  <a:schemeClr val="tx1"/>
                </a:solidFill>
              </a:rPr>
              <a:t>a base class Passenger that represents a passenger in the system. It should have attributes like </a:t>
            </a:r>
            <a:r>
              <a:rPr lang="en-US" dirty="0" smtClean="0">
                <a:solidFill>
                  <a:schemeClr val="tx1"/>
                </a:solidFill>
              </a:rPr>
              <a:t>passenger </a:t>
            </a:r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D , </a:t>
            </a:r>
            <a:r>
              <a:rPr lang="en-US" dirty="0">
                <a:solidFill>
                  <a:schemeClr val="tx1"/>
                </a:solidFill>
              </a:rPr>
              <a:t>name, age, gender, nationality, and </a:t>
            </a:r>
            <a:r>
              <a:rPr lang="en-US" dirty="0" err="1" smtClean="0">
                <a:solidFill>
                  <a:schemeClr val="tx1"/>
                </a:solidFill>
              </a:rPr>
              <a:t>ticketNumber</a:t>
            </a:r>
            <a:r>
              <a:rPr lang="en-US" dirty="0" smtClean="0">
                <a:solidFill>
                  <a:schemeClr val="tx1"/>
                </a:solidFill>
              </a:rPr>
              <a:t> . </a:t>
            </a:r>
            <a:r>
              <a:rPr lang="en-US" dirty="0">
                <a:solidFill>
                  <a:schemeClr val="tx1"/>
                </a:solidFill>
              </a:rPr>
              <a:t>Implement constructors, </a:t>
            </a:r>
            <a:r>
              <a:rPr lang="en-US" dirty="0" err="1" smtClean="0">
                <a:solidFill>
                  <a:schemeClr val="tx1"/>
                </a:solidFill>
              </a:rPr>
              <a:t>accessors</a:t>
            </a:r>
            <a:r>
              <a:rPr lang="en-US" dirty="0" smtClean="0">
                <a:solidFill>
                  <a:schemeClr val="tx1"/>
                </a:solidFill>
              </a:rPr>
              <a:t> ,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dirty="0" err="1">
                <a:solidFill>
                  <a:schemeClr val="tx1"/>
                </a:solidFill>
              </a:rPr>
              <a:t>mutators</a:t>
            </a:r>
            <a:r>
              <a:rPr lang="en-US" dirty="0">
                <a:solidFill>
                  <a:schemeClr val="tx1"/>
                </a:solidFill>
              </a:rPr>
              <a:t> as needed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>
                <a:solidFill>
                  <a:schemeClr val="tx1"/>
                </a:solidFill>
              </a:rPr>
              <a:t>Create derived classes </a:t>
            </a:r>
            <a:r>
              <a:rPr lang="en-US" dirty="0" smtClean="0">
                <a:solidFill>
                  <a:schemeClr val="tx1"/>
                </a:solidFill>
              </a:rPr>
              <a:t>Economy Passenger </a:t>
            </a:r>
            <a:r>
              <a:rPr lang="en-US" dirty="0">
                <a:solidFill>
                  <a:schemeClr val="tx1"/>
                </a:solidFill>
              </a:rPr>
              <a:t>and Business Passenger that inherit from the Passenger class. Each derived class should have its own unique attributes and methods. For example, an Economy Passenger may have additional attributes like </a:t>
            </a:r>
            <a:r>
              <a:rPr lang="en-US" dirty="0" smtClean="0">
                <a:solidFill>
                  <a:schemeClr val="tx1"/>
                </a:solidFill>
              </a:rPr>
              <a:t>seat Number</a:t>
            </a:r>
            <a:r>
              <a:rPr lang="en-US" dirty="0">
                <a:solidFill>
                  <a:schemeClr val="tx1"/>
                </a:solidFill>
              </a:rPr>
              <a:t>, meal Preference, and baggage Allowance, while a </a:t>
            </a:r>
            <a:r>
              <a:rPr lang="en-US" dirty="0" smtClean="0">
                <a:solidFill>
                  <a:schemeClr val="tx1"/>
                </a:solidFill>
              </a:rPr>
              <a:t>Business Passenger </a:t>
            </a:r>
            <a:r>
              <a:rPr lang="en-US" dirty="0">
                <a:solidFill>
                  <a:schemeClr val="tx1"/>
                </a:solidFill>
              </a:rPr>
              <a:t>may include attributes like priority Boarding, lounge Access, and additional </a:t>
            </a:r>
            <a:r>
              <a:rPr lang="en-US" dirty="0" smtClean="0">
                <a:solidFill>
                  <a:schemeClr val="tx1"/>
                </a:solidFill>
              </a:rPr>
              <a:t>Services.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Implement dynamic binding and polymorphism by defining virtual functions in the base class and overriding them in the derived classes. For example, create a virtual function </a:t>
            </a:r>
            <a:r>
              <a:rPr lang="en-US" dirty="0" err="1">
                <a:solidFill>
                  <a:schemeClr val="tx1"/>
                </a:solidFill>
              </a:rPr>
              <a:t>displayDetails</a:t>
            </a:r>
            <a:r>
              <a:rPr lang="en-US" dirty="0">
                <a:solidFill>
                  <a:schemeClr val="tx1"/>
                </a:solidFill>
              </a:rPr>
              <a:t>() that displays the passenger details based on their type (economy or business class</a:t>
            </a:r>
            <a:r>
              <a:rPr lang="en-US" dirty="0" smtClean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1468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cap="none" dirty="0" smtClean="0"/>
              <a:t>create a class luggage to represent luggage information. it should have attributes like </a:t>
            </a:r>
            <a:r>
              <a:rPr lang="en-US" sz="2400" cap="none" dirty="0" err="1" smtClean="0"/>
              <a:t>luggageld</a:t>
            </a:r>
            <a:r>
              <a:rPr lang="en-US" sz="2400" cap="none" dirty="0" smtClean="0"/>
              <a:t>, </a:t>
            </a:r>
            <a:r>
              <a:rPr lang="en-US" sz="2400" cap="none" dirty="0" err="1" smtClean="0"/>
              <a:t>passengerid</a:t>
            </a:r>
            <a:r>
              <a:rPr lang="en-US" sz="2400" cap="none" dirty="0" smtClean="0"/>
              <a:t> (to associate luggage with passengers), weight, size, and contents. implement appropriate constructors, </a:t>
            </a:r>
            <a:r>
              <a:rPr lang="en-US" sz="2400" cap="none" dirty="0" err="1" smtClean="0"/>
              <a:t>accessors</a:t>
            </a:r>
            <a:r>
              <a:rPr lang="en-US" sz="2400" cap="none" dirty="0" smtClean="0"/>
              <a:t>, and </a:t>
            </a:r>
            <a:r>
              <a:rPr lang="en-US" sz="2400" cap="none" dirty="0" err="1" smtClean="0"/>
              <a:t>mutators</a:t>
            </a:r>
            <a:r>
              <a:rPr lang="en-US" sz="2400" cap="none" dirty="0" smtClean="0"/>
              <a:t>.</a:t>
            </a:r>
            <a:br>
              <a:rPr lang="en-US" sz="2400" cap="none" dirty="0" smtClean="0"/>
            </a:br>
            <a:r>
              <a:rPr lang="en-US" sz="2400" dirty="0" smtClean="0"/>
              <a:t>      </a:t>
            </a:r>
            <a:br>
              <a:rPr lang="en-US" sz="2400" dirty="0" smtClean="0"/>
            </a:br>
            <a:r>
              <a:rPr lang="en-US" sz="2400" dirty="0"/>
              <a:t> 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/>
              <a:t> </a:t>
            </a:r>
            <a:r>
              <a:rPr lang="en-US" sz="2400" dirty="0" smtClean="0"/>
              <a:t>     </a:t>
            </a:r>
            <a:r>
              <a:rPr lang="en-IN" sz="2400" dirty="0" smtClean="0"/>
              <a:t/>
            </a:r>
            <a:br>
              <a:rPr lang="en-IN" sz="2400" dirty="0" smtClean="0"/>
            </a:br>
            <a:endParaRPr lang="en-IN" sz="24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4211" y="3568700"/>
            <a:ext cx="10555288" cy="83820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cap="none" dirty="0" smtClean="0"/>
              <a:t>implement exception handling to manage runtime errors. for example, handle exceptions when a passenger attempts to exceed luggage weight limit, add duplicate luggage id, or if the passenger details are invalid.</a:t>
            </a:r>
          </a:p>
          <a:p>
            <a:endParaRPr lang="en-IN" sz="2200" cap="non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684211" y="4406900"/>
            <a:ext cx="10377489" cy="1227667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200" dirty="0" smtClean="0">
                <a:solidFill>
                  <a:schemeClr val="tx1"/>
                </a:solidFill>
              </a:rPr>
              <a:t>develop a file handling system to store and retrieve passenger and luggage information securely. implement encryption and decryption mechanisms for data storage. create functions for saving the passenger and luggage details to a file and loading data from a file, ensuring data remains encrypted.</a:t>
            </a:r>
            <a:endParaRPr lang="en-IN" sz="2200" dirty="0" smtClean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61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812" y="-67734"/>
            <a:ext cx="8534400" cy="1507067"/>
          </a:xfrm>
        </p:spPr>
        <p:txBody>
          <a:bodyPr/>
          <a:lstStyle/>
          <a:p>
            <a:r>
              <a:rPr lang="en-IN" b="1" dirty="0" smtClean="0"/>
              <a:t>Class diagram</a:t>
            </a:r>
            <a:r>
              <a:rPr lang="en-IN" dirty="0" smtClean="0"/>
              <a:t>: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1272505"/>
            <a:ext cx="6692900" cy="5301202"/>
          </a:xfrm>
        </p:spPr>
      </p:pic>
    </p:spTree>
    <p:extLst>
      <p:ext uri="{BB962C8B-B14F-4D97-AF65-F5344CB8AC3E}">
        <p14:creationId xmlns:p14="http://schemas.microsoft.com/office/powerpoint/2010/main" val="313109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112" y="127000"/>
            <a:ext cx="8534400" cy="1507067"/>
          </a:xfrm>
        </p:spPr>
        <p:txBody>
          <a:bodyPr/>
          <a:lstStyle/>
          <a:p>
            <a:r>
              <a:rPr lang="en-IN" b="1" dirty="0" smtClean="0"/>
              <a:t>Use case diagram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6280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46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7512" y="2569632"/>
            <a:ext cx="8534400" cy="1507067"/>
          </a:xfrm>
        </p:spPr>
        <p:txBody>
          <a:bodyPr/>
          <a:lstStyle/>
          <a:p>
            <a:r>
              <a:rPr lang="en-IN" b="1" dirty="0" smtClean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1474663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59</TotalTime>
  <Words>312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Century Gothic</vt:lpstr>
      <vt:lpstr>Wingdings</vt:lpstr>
      <vt:lpstr>Wingdings 3</vt:lpstr>
      <vt:lpstr>Slice</vt:lpstr>
      <vt:lpstr>Airline Passenger and Luggage Management System</vt:lpstr>
      <vt:lpstr>Scenario::</vt:lpstr>
      <vt:lpstr>create a class luggage to represent luggage information. it should have attributes like luggageld, passengerid (to associate luggage with passengers), weight, size, and contents. implement appropriate constructors, accessors, and mutators.                  </vt:lpstr>
      <vt:lpstr>Class diagram:</vt:lpstr>
      <vt:lpstr>Use case diagram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 and Luggage Management System</dc:title>
  <dc:creator>Ishwarya</dc:creator>
  <cp:lastModifiedBy>Ishwarya</cp:lastModifiedBy>
  <cp:revision>9</cp:revision>
  <dcterms:created xsi:type="dcterms:W3CDTF">2024-03-27T14:28:29Z</dcterms:created>
  <dcterms:modified xsi:type="dcterms:W3CDTF">2024-03-27T15:27:54Z</dcterms:modified>
</cp:coreProperties>
</file>